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93" r:id="rId4"/>
    <p:sldId id="296" r:id="rId5"/>
    <p:sldId id="310" r:id="rId6"/>
    <p:sldId id="297" r:id="rId7"/>
    <p:sldId id="289" r:id="rId8"/>
  </p:sldIdLst>
  <p:sldSz cx="9144000" cy="6858000" type="screen4x3"/>
  <p:notesSz cx="6881813" cy="100155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50" d="100"/>
          <a:sy n="50" d="100"/>
        </p:scale>
        <p:origin x="2338" y="4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82913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1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27-Jun-21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:notes"/>
          <p:cNvSpPr txBox="1">
            <a:spLocks noGrp="1"/>
          </p:cNvSpPr>
          <p:nvPr>
            <p:ph type="ftr" idx="11"/>
          </p:nvPr>
        </p:nvSpPr>
        <p:spPr>
          <a:xfrm>
            <a:off x="0" y="9512300"/>
            <a:ext cx="2982913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1-59</a:t>
            </a: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dt" idx="10"/>
          </p:nvPr>
        </p:nvSpPr>
        <p:spPr>
          <a:xfrm>
            <a:off x="3897313" y="0"/>
            <a:ext cx="2982912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27-Jun-21</a:t>
            </a:r>
            <a:endParaRPr/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97313" y="9512300"/>
            <a:ext cx="2982912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E7E87A8-D07C-D2B2-67F3-28B9734BB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AD889DA-79A9-9F55-0A3F-CBB0ED48E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9A695A20-9CFE-54C6-0773-8ED18D597D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91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A40300A-0AC0-9A31-2451-B5536AB5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1DD5EAF-C01E-0A20-0FD5-051ED7366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DE7C28B8-BAD5-6EA0-89C3-67E4B6063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77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40F5AAD-CC53-7D35-1D5C-93AF6207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05DB6ED-35DF-ED3D-1902-7FECAFEC9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975" y="4757738"/>
            <a:ext cx="5505450" cy="4506912"/>
          </a:xfrm>
          <a:prstGeom prst="rect">
            <a:avLst/>
          </a:prstGeom>
        </p:spPr>
        <p:txBody>
          <a:bodyPr spcFirstLastPara="1" wrap="square" lIns="92475" tIns="46225" rIns="92475" bIns="462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28C917DE-AD4F-53AD-35E2-F98C5F101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50888"/>
            <a:ext cx="5008563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820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990"/>
              </a:buClr>
              <a:buSzPts val="5600"/>
              <a:buFont typeface="Arial"/>
              <a:buNone/>
              <a:defRPr sz="5600" b="1">
                <a:solidFill>
                  <a:srgbClr val="B3B99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BF6C"/>
              </a:buClr>
              <a:buSzPts val="5600"/>
              <a:buFont typeface="Arial"/>
              <a:buNone/>
              <a:defRPr sz="5600" b="1" cap="none">
                <a:solidFill>
                  <a:srgbClr val="E8BF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AC5A27">
                  <a:alpha val="44313"/>
                </a:srgbClr>
              </a:gs>
              <a:gs pos="100000">
                <a:srgbClr val="9CA469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7B8059">
                  <a:alpha val="29411"/>
                </a:srgbClr>
              </a:gs>
              <a:gs pos="80000">
                <a:srgbClr val="DB6923">
                  <a:alpha val="44313"/>
                </a:srgbClr>
              </a:gs>
              <a:gs pos="100000">
                <a:srgbClr val="DB6923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 rot="5400000">
            <a:off x="2377281" y="15081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</a:t>
            </a: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2266658" y="4916520"/>
            <a:ext cx="6179758" cy="126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NANTHITHA P - 23CSR142 </a:t>
            </a:r>
            <a:endParaRPr sz="1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NAVEEN S </a:t>
            </a:r>
            <a:r>
              <a:rPr lang="en-US" sz="1800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- 23CSR144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PRANAAV G – 23CSR162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1930843" y="1787321"/>
            <a:ext cx="68513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22CSP72 – PROJECT WORK II PHASE </a:t>
            </a:r>
            <a:r>
              <a:rPr lang="en-I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81796" y="4565776"/>
            <a:ext cx="272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92613" y="2431419"/>
            <a:ext cx="68513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Helmet Strap and Triple Riding Violation Detection Using YOLOv8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Traffic Surveillance</a:t>
            </a:r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B8068B61-3E31-CCA9-2064-658354FEB04B}"/>
              </a:ext>
            </a:extLst>
          </p:cNvPr>
          <p:cNvSpPr txBox="1"/>
          <p:nvPr/>
        </p:nvSpPr>
        <p:spPr>
          <a:xfrm>
            <a:off x="2981796" y="3789310"/>
            <a:ext cx="55617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DATE : 25.06.2026</a:t>
            </a:r>
            <a:endParaRPr sz="20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9966690A-A152-3F69-6987-6179CC0B1212}"/>
              </a:ext>
            </a:extLst>
          </p:cNvPr>
          <p:cNvSpPr txBox="1"/>
          <p:nvPr/>
        </p:nvSpPr>
        <p:spPr>
          <a:xfrm>
            <a:off x="1542309" y="5999173"/>
            <a:ext cx="700463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: Ms S MOHANAPRIYA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1518B-5BA7-51BB-5E23-A9EF1C827507}"/>
              </a:ext>
            </a:extLst>
          </p:cNvPr>
          <p:cNvSpPr txBox="1"/>
          <p:nvPr/>
        </p:nvSpPr>
        <p:spPr>
          <a:xfrm>
            <a:off x="4876577" y="4194463"/>
            <a:ext cx="243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: C06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CBA3DD8-B2D3-F32C-B0C6-E9DD0033D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681E362-87F2-293A-0076-0DA300A02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E0E34D-CF40-0E4F-491B-BFCA4B32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48" y="146710"/>
            <a:ext cx="8250381" cy="16207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8A03BF-E05E-5F0A-79EE-BAEAE30CC562}"/>
              </a:ext>
            </a:extLst>
          </p:cNvPr>
          <p:cNvSpPr txBox="1"/>
          <p:nvPr/>
        </p:nvSpPr>
        <p:spPr>
          <a:xfrm>
            <a:off x="4340482" y="6304928"/>
            <a:ext cx="3566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Professor[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]/CSE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7A8FEEF0-94EE-4DCC-1F8F-B2CEDF19C0AA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2117082" y="203826"/>
            <a:ext cx="524380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rgbClr val="345D7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>
              <a:solidFill>
                <a:srgbClr val="345D7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53513" y="1521101"/>
            <a:ext cx="7770942" cy="466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accidents involving two-wheelers are increasing.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riders do not wear helmets properly.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strap violations are often ignored.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is a common traffic violation.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detect only helmet/no-helmet.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do not track riders across video frames.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identification and challan generation are often done manually.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real-time traffic violation detection system.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4D483A76-2C2C-3748-EB05-DF5BE045EEB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526A-6227-AE4F-D038-E8F0E7D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63" y="-571500"/>
            <a:ext cx="82296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BC202619-A6A8-E3A9-CB8B-933D342BE82E}"/>
              </a:ext>
            </a:extLst>
          </p:cNvPr>
          <p:cNvSpPr txBox="1">
            <a:spLocks/>
          </p:cNvSpPr>
          <p:nvPr/>
        </p:nvSpPr>
        <p:spPr>
          <a:xfrm>
            <a:off x="8772313" y="63776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B915DE-FFB7-72BB-E919-0B8D1F0C3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256514"/>
              </p:ext>
            </p:extLst>
          </p:nvPr>
        </p:nvGraphicFramePr>
        <p:xfrm>
          <a:off x="856528" y="661946"/>
          <a:ext cx="7830270" cy="60808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66054">
                  <a:extLst>
                    <a:ext uri="{9D8B030D-6E8A-4147-A177-3AD203B41FA5}">
                      <a16:colId xmlns:a16="http://schemas.microsoft.com/office/drawing/2014/main" val="2859092705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1599019436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1405275425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4069687770"/>
                    </a:ext>
                  </a:extLst>
                </a:gridCol>
                <a:gridCol w="1566054">
                  <a:extLst>
                    <a:ext uri="{9D8B030D-6E8A-4147-A177-3AD203B41FA5}">
                      <a16:colId xmlns:a16="http://schemas.microsoft.com/office/drawing/2014/main" val="531379567"/>
                    </a:ext>
                  </a:extLst>
                </a:gridCol>
              </a:tblGrid>
              <a:tr h="259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618347"/>
                  </a:ext>
                </a:extLst>
              </a:tr>
              <a:tr h="1268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 Approach for Helmet Detection and Fine Generation System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YOLOv3 + OCR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Kaggle/Custom 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Helmet Detection, Number Plate Recognition, Fine Generation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Triple Riding Detection, No Rider Tracking, No Helmet Strap Detection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097169"/>
                  </a:ext>
                </a:extLst>
              </a:tr>
              <a:tr h="2478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Computer-Vision Based Automatic Rider Helmet Violation Detection and Vehicle Identification in Indian Smart City Scenarios Using NVIDIA TAO Toolkit and YOLOv8 (2025)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DetectNet_v2 + YOLOv8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 Traffic 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Rider Detection, Helmet Detection, Vehicle Identification, Triple Riding Detection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Rider Tracking, No Helmet Strap Detection, No Automated Challan Generation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134079"/>
                  </a:ext>
                </a:extLst>
              </a:tr>
              <a:tr h="207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Two-Wheeler Rider Identification and Triple-Riding Detection in Surveillance Systems Using Deep Learning Models (2025)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Models + Rider Counting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Traffic Dataset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Rider Detection, Triple Riding Detection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OCR, No Helmet Strap Detection, No Rider Tracking, No Challan Generation</a:t>
                      </a:r>
                    </a:p>
                  </a:txBody>
                  <a:tcPr marL="61248" marR="61248" marT="30624" marB="306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6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39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16064C28-75DA-684D-D6B2-35FC15B6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7CAD1F9-C9AA-8D96-6C18-2ECC6EF8A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2432" y="160256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F7507FB-311E-7B46-54C9-93BA7C2A7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9104" y="1948917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strap compliance is not checked.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Rider tracking is not available in most systems.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violations may occur for the same rider.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detection is limited.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and challan generation are not fully integrated. </a:t>
            </a:r>
          </a:p>
          <a:p>
            <a:pPr lvl="2" algn="just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system combines all traffic violation modules</a:t>
            </a:r>
            <a:r>
              <a:rPr lang="en-IN" sz="1800" dirty="0"/>
              <a:t>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EF219F-9AD7-A828-780F-7750A3440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70E96E4F-60D7-6C99-BBB0-98EFC88B6EC7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65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61FA866-564A-355F-9AA9-EFA096B9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5492BAE0-D6DA-F294-8035-40BB20BFC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9102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31417E9F-BBDA-4F60-4E46-77A666FA5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2448" y="1449406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motorcycles and riders from traffic videos.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helmet and no-helmet riders.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helmet strap violations.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triple riding violations.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riders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vehicle number plates.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vehicle number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automatic PDF challans</a:t>
            </a:r>
          </a:p>
          <a:p>
            <a:pPr lvl="1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685800-255B-1DEF-EF9D-0E0C2B29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55D8CE27-ACCC-0CA7-94EE-8F8DCF4B6731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5648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DCFAAC2-64D6-E1E1-BCC5-108750E4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3D907554-39ED-5512-169A-D0068C0CEA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16" y="0"/>
            <a:ext cx="7884367" cy="118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CE71296-434B-54F9-7096-995FAD693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60576" y="1901973"/>
            <a:ext cx="7531021" cy="2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Strap Detection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Riding Detection Rider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ByteTrack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Plate Recognition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PaddleOCR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PDF Challan Generation</a:t>
            </a:r>
          </a:p>
          <a:p>
            <a:pPr lvl="1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F6C7A55-11D4-BBD3-2B0F-F0E127A63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F8FCA90E-DA8C-08D8-5265-C20787A8EC3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0740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0A4E1-CCDB-8D11-DCE2-D4AE1D555253}"/>
              </a:ext>
            </a:extLst>
          </p:cNvPr>
          <p:cNvSpPr txBox="1"/>
          <p:nvPr/>
        </p:nvSpPr>
        <p:spPr>
          <a:xfrm>
            <a:off x="2348347" y="2732809"/>
            <a:ext cx="55071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81FCBF3A-57F9-8DE6-44A4-36CEE7280C28}"/>
              </a:ext>
            </a:extLst>
          </p:cNvPr>
          <p:cNvSpPr txBox="1">
            <a:spLocks/>
          </p:cNvSpPr>
          <p:nvPr/>
        </p:nvSpPr>
        <p:spPr>
          <a:xfrm>
            <a:off x="8772313" y="6367273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8588527"/>
      </p:ext>
    </p:extLst>
  </p:cSld>
  <p:clrMapOvr>
    <a:masterClrMapping/>
  </p:clrMapOvr>
</p:sld>
</file>

<file path=ppt/theme/theme1.xml><?xml version="1.0" encoding="utf-8"?>
<a:theme xmlns:a="http://schemas.openxmlformats.org/drawingml/2006/main" name="1_Flow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417</Words>
  <Application>Microsoft Office PowerPoint</Application>
  <PresentationFormat>On-screen Show (4:3)</PresentationFormat>
  <Paragraphs>76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Wingdings</vt:lpstr>
      <vt:lpstr>1_Flow</vt:lpstr>
      <vt:lpstr>PowerPoint Presentation</vt:lpstr>
      <vt:lpstr>PROBLEM STATEMENT</vt:lpstr>
      <vt:lpstr>LITERATURE SURVEY</vt:lpstr>
      <vt:lpstr>RESEARCH GAP</vt:lpstr>
      <vt:lpstr>OBJECTIVES</vt:lpstr>
      <vt:lpstr>NOVELTY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Nanthitha Ponnusamy</dc:creator>
  <cp:lastModifiedBy>Nanthitha Ponnusamy</cp:lastModifiedBy>
  <cp:revision>29</cp:revision>
  <dcterms:modified xsi:type="dcterms:W3CDTF">2026-06-25T00:06:43Z</dcterms:modified>
</cp:coreProperties>
</file>